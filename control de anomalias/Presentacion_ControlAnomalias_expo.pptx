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0" d="100"/>
          <a:sy n="70" d="100"/>
        </p:scale>
        <p:origin x="19" y="-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ontrol-de-anomalias-production.up.railway.app/docs" TargetMode="External"/><Relationship Id="rId2" Type="http://schemas.openxmlformats.org/officeDocument/2006/relationships/hyperlink" Target="https://anomalias-front.vercel.app/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github.com/zulanil/codigo-vibecoding" TargetMode="External"/><Relationship Id="rId4" Type="http://schemas.openxmlformats.org/officeDocument/2006/relationships/hyperlink" Target="https://console.neon.tech/app/projects/withered-bread-70820136/branches/br-patient-shadow-atwck2db/tables?database=neondb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686800" y="1371600"/>
            <a:ext cx="4114800" cy="457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94A3B8"/>
                </a:solidFill>
              </a:rPr>
              <a:t>Control 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</a:rPr>
              <a:t>Anomalías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154680"/>
            <a:ext cx="32004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D3EE"/>
                </a:solidFill>
              </a:rPr>
              <a:t>Detección estadística con Cartas de Control Shewhart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023360"/>
            <a:ext cx="1371600" cy="274320"/>
          </a:xfrm>
          <a:prstGeom prst="rect">
            <a:avLst/>
          </a:prstGeom>
          <a:solidFill>
            <a:srgbClr val="1E293B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2D3EE"/>
                </a:solidFill>
              </a:rPr>
              <a:t>FastAPI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4023360"/>
            <a:ext cx="1371600" cy="274320"/>
          </a:xfrm>
          <a:prstGeom prst="rect">
            <a:avLst/>
          </a:prstGeom>
          <a:solidFill>
            <a:srgbClr val="1E293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8B5CF6"/>
                </a:solidFill>
              </a:rPr>
              <a:t>React 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4023360"/>
            <a:ext cx="1371600" cy="274320"/>
          </a:xfrm>
          <a:prstGeom prst="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34D399"/>
                </a:solidFill>
              </a:rPr>
              <a:t>PostgreSQL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4023360"/>
            <a:ext cx="1371600" cy="274320"/>
          </a:xfrm>
          <a:prstGeom prst="rect">
            <a:avLst/>
          </a:prstGeom>
          <a:solidFill>
            <a:srgbClr val="1E293B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BBF24"/>
                </a:solidFill>
              </a:rPr>
              <a:t>Railway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4023360"/>
            <a:ext cx="1371600" cy="274320"/>
          </a:xfrm>
          <a:prstGeom prst="rect">
            <a:avLst/>
          </a:prstGeom>
          <a:solidFill>
            <a:srgbClr val="1E293B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94A3B8"/>
                </a:solidFill>
              </a:rPr>
              <a:t>Vercel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54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Proyecto Final · Desarrollo Fullstack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20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</a:rPr>
              <a:t>Desarrollado con Vibe Coding (Claude Code + IA)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623560"/>
            <a:ext cx="1124712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5623560"/>
            <a:ext cx="1124712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5742432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App: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742432"/>
            <a:ext cx="5029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FFFFFF"/>
                </a:solidFill>
                <a:hlinkClick r:id="rId2"/>
              </a:rPr>
              <a:t>https://anomalias-front.vercel.app</a:t>
            </a:r>
            <a:endParaRPr sz="1000" b="0" i="0" dirty="0">
              <a:solidFill>
                <a:srgbClr val="FFFF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83680" y="5742432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</a:rPr>
              <a:t>API: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5742432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FFFFFF"/>
                </a:solidFill>
                <a:hlinkClick r:id="rId3"/>
              </a:rPr>
              <a:t>https://control-de-anomalias-production.up.railway.app</a:t>
            </a:r>
            <a:endParaRPr sz="1000" b="0" i="0" dirty="0">
              <a:solidFill>
                <a:srgbClr val="FFFFF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" y="6108192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Docs: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6108192"/>
            <a:ext cx="4114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94A3B8"/>
                </a:solidFill>
                <a:hlinkClick r:id="rId3"/>
              </a:rPr>
              <a:t>https://control-de-anomalias-production.up.railway.app/docs</a:t>
            </a:r>
            <a:endParaRPr sz="1000" b="0" i="0" dirty="0">
              <a:solidFill>
                <a:srgbClr val="94A3B8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69280" y="6108192"/>
            <a:ext cx="868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Neon DB: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108192"/>
            <a:ext cx="228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000" dirty="0">
                <a:solidFill>
                  <a:srgbClr val="94A3B8"/>
                </a:solidFill>
                <a:hlinkClick r:id="rId4"/>
              </a:rPr>
              <a:t>https://console.neon.tech</a:t>
            </a:r>
            <a:endParaRPr sz="1000" b="0" i="0" dirty="0">
              <a:solidFill>
                <a:srgbClr val="94A3B8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052560" y="6108192"/>
            <a:ext cx="777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</a:rPr>
              <a:t>GitHub: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6108192"/>
            <a:ext cx="2194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94A3B8"/>
                </a:solidFill>
                <a:hlinkClick r:id="rId5" action="ppaction://hlinkfile"/>
              </a:rPr>
              <a:t>github.com/</a:t>
            </a:r>
            <a:r>
              <a:rPr sz="1000" b="0" i="0" dirty="0" err="1">
                <a:solidFill>
                  <a:srgbClr val="94A3B8"/>
                </a:solidFill>
                <a:hlinkClick r:id="rId5" action="ppaction://hlinkfile"/>
              </a:rPr>
              <a:t>zulanil</a:t>
            </a:r>
            <a:r>
              <a:rPr sz="1000" b="0" i="0" dirty="0">
                <a:solidFill>
                  <a:srgbClr val="94A3B8"/>
                </a:solidFill>
                <a:hlinkClick r:id="rId5" action="ppaction://hlinkfile"/>
              </a:rPr>
              <a:t>/</a:t>
            </a:r>
            <a:r>
              <a:rPr sz="1000" b="0" i="0" dirty="0" err="1">
                <a:solidFill>
                  <a:srgbClr val="94A3B8"/>
                </a:solidFill>
                <a:hlinkClick r:id="rId5" action="ppaction://hlinkfile"/>
              </a:rPr>
              <a:t>codigo-vibecoding</a:t>
            </a:r>
            <a:endParaRPr sz="1000" b="0" i="0" dirty="0">
              <a:solidFill>
                <a:srgbClr val="94A3B8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14400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</a:rPr>
              <a:t>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21031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Frontend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21031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Vite · React · TS · Tailwind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263347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Backend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263347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FastAPI · Python 3.11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316382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Base datos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316382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Neon PostgreSQL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3694175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Deploy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3694175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Railway + Vercel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4224527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Tests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4224527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pytest · Vitest · 43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56032"/>
            <a:ext cx="109728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Arquitectura Fullstack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Tres capas independientes desplegadas en cloud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320040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32004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508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React + TypeScript + 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514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──────────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743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D3EE"/>
                </a:solidFill>
              </a:rPr>
              <a:t>☁ Vercel (CDN global)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20040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320040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1508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9659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FastAPI + Python 3.11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514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──────────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743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5CF6"/>
                </a:solidFill>
              </a:rPr>
              <a:t>☁ Railway (auto-build)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1371600"/>
            <a:ext cx="320040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680960" y="1371600"/>
            <a:ext cx="320040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18120" y="1508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BASE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19659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PostgreSQL · Neon serverless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2514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──────────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2743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4D399"/>
                </a:solidFill>
              </a:rPr>
              <a:t>☁ Cloud — pool_pre_ping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274320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HTTPS
JWT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32461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2D3EE"/>
                </a:solidFill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274320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SQL
SSL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32461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B5CF6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Variable VITE_API_URL conecta Vercel → Railway en producción · DATABASE_URL conecta Railway → Neon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56032"/>
            <a:ext cx="109728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Backend — FastAPI +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API REST con autenticación JWT, roles y análisis estadístico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</a:rPr>
              <a:t>Endpoints principales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</a:rPr>
              <a:t>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16916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/api/auth/login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6916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Login → JWT 8h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</a:rPr>
              <a:t>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21214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/api/auth/register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214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Registro → siempre viewer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17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</a:rPr>
              <a:t>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25511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/api/auth/users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55117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Listar usuarios [admin]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98094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</a:rPr>
              <a:t>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298094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/api/auth/users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98094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Crear usuario con rol [admin]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41071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0033"/>
                </a:solidFill>
              </a:rPr>
              <a:t>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34107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/api/auth/users/{id}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41071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Eliminar usuario [admin]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840479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</a:rPr>
              <a:t>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384047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/api/limpiar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840479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Limpiar CSV · detecta separador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27024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</a:rPr>
              <a:t>POST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2702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/api/procesar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27024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Shewhart · downsampling · NaN guard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70001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</a:rPr>
              <a:t>POST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" y="47000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/api/reports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470001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Guardar análisis compartible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129783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</a:rPr>
              <a:t>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0432" y="5129783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/api/reports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5129783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Listar reportes [todos los roles]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1188720"/>
            <a:ext cx="566928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1792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</a:rPr>
              <a:t>Motor Shewhart (analytics.py)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1691640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</a:rPr>
              <a:t>μ =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9168" y="1691640"/>
            <a:ext cx="4480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media de todos los puntos del CSV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2011680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</a:rPr>
              <a:t>σ =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59168" y="2011680"/>
            <a:ext cx="4480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desviación estándar completa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2331720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</a:rPr>
              <a:t>LCS =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9168" y="2331720"/>
            <a:ext cx="4480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μ + sigma × σ  (línea roja superior)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2651760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</a:rPr>
              <a:t>LCI =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59168" y="2651760"/>
            <a:ext cx="4480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μ − sigma × σ  (línea roja inferior)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2971800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</a:rPr>
              <a:t>⚠ =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9168" y="2971800"/>
            <a:ext cx="4480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punto fuera de banda → anomalía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657600"/>
            <a:ext cx="566928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17920" y="374903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</a:rPr>
              <a:t>Archivos clave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4160520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2D3EE"/>
                </a:solidFill>
              </a:rPr>
              <a:t>main.py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20" y="4160520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CORS · seed de usuarios · startup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4489704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2D3EE"/>
                </a:solidFill>
              </a:rPr>
              <a:t>analytics.py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5320" y="4489704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Shewhart + downsampling + _safe() NaN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4818888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2D3EE"/>
                </a:solidFill>
              </a:rPr>
              <a:t>models.py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5320" y="4818888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User · Analysis · Report (SQLAlchemy)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0" y="5148072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2D3EE"/>
                </a:solidFill>
              </a:rPr>
              <a:t>auth/router.py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75320" y="5148072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Login · register · CRUD usuarios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20" y="5477256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2D3EE"/>
                </a:solidFill>
              </a:rPr>
              <a:t>reports/router.py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5320" y="5477256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Guardar y compartir análisis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7920" y="5806440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2D3EE"/>
                </a:solidFill>
              </a:rPr>
              <a:t>Procfile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75320" y="5806440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uvicorn main:app --host 0.0.0.0 --port $PORT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56032"/>
            <a:ext cx="109728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Frontend — React + TypeScript + Vite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SPA con glassmorphism, gráficas Plotly y sistema de roles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5176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65176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3898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</a:rPr>
              <a:t>Vite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830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Build tool
Hot reload ~2s
vite build para Vercel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280160"/>
            <a:ext cx="265176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83280" y="1280160"/>
            <a:ext cx="265176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93008" y="13898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TypeScript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17830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Tipado estricto
Detecta errores compile-time
Interfaces para API responses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265176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1280160"/>
            <a:ext cx="265176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13898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Tailwind CSS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7830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Utility-first
Glassmorphism dark mode
Sin CSS files por componente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280160"/>
            <a:ext cx="265176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235440" y="1280160"/>
            <a:ext cx="265176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45168" y="13898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Plotly.js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168" y="17830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Gráficas científicas
Zoom · pan · export PNG
Shapes indep. del eje 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474720"/>
            <a:ext cx="5303520" cy="2743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</a:rPr>
              <a:t>Componentes principales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023360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2D3EE"/>
                </a:solidFill>
              </a:rPr>
              <a:t>AnomalyChart.tsx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02336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1 gráfica Plotly por métrica · LCS/LCI/media · export PNG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352544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2D3EE"/>
                </a:solidFill>
              </a:rPr>
              <a:t>AnomalyTable.tsx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4352544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Tabla sticky header · badges severidad · paginada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68172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2D3EE"/>
                </a:solidFill>
              </a:rPr>
              <a:t>AdminPanel.tsx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681728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CRUD usuarios en línea · modal crear · confirmación eliminar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010912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2D3EE"/>
                </a:solidFill>
              </a:rPr>
              <a:t>ReportsPanel.tsx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5010912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Lista reportes compartidos · visor completo con gráficas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340096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2D3EE"/>
                </a:solidFill>
              </a:rPr>
              <a:t>FilterPanel.tsx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71800" y="5340096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Filtros: rango · texto · categoría · ⚡ segmentar por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669280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2D3EE"/>
                </a:solidFill>
              </a:rPr>
              <a:t>AuthContext.tsx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566928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JWT en localStorage · getAuthHeader() global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3474720"/>
            <a:ext cx="5669280" cy="2743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17920" y="3566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</a:rPr>
              <a:t>Flujo de 4 pasos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4023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40233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Cargar CSV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40233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POST /api/limpiar · preview 10 filas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45262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45262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Columnas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45262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Eje X + una o más métricas 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5029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50292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Filtros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5029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Rango · texto · categoría · segmentar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5532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55321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Resultado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5532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Gráficas → KPIs → Tabla → Guardar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56032"/>
            <a:ext cx="109728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Base de Datos y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Neon PostgreSQL serverless · 3 roles con permisos diferenciados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669280" cy="4937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</a:rPr>
              <a:t>Neon PostgreSQL — Tablas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</a:rPr>
              <a:t>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67127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  id · email · name · hashed_password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5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  role (admin | editor | viewer)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79191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  is_active · created_at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1810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</a:rPr>
              <a:t>analyses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1071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  Auditoría de cada análisis ejecutado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6674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  col_x · col_y · sigma · total_puntos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2277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  total_anomalias · media · lcs · lci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6168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65429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  Análisis compartibles entre usuarios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1032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  id UUID · title · col_x · cols_y (JSON)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6636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  results_json (JSON) · created_by_id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064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pool_pre_ping=True · reconnect automático si Neon suspende por inactividad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280160"/>
            <a:ext cx="5303520" cy="4937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</a:rPr>
              <a:t>Sistema de Roles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1920240"/>
            <a:ext cx="4846320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0" y="19568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</a:rPr>
              <a:t>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195681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Admin2024!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219456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✓ Cargar CSV y analizar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2450591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✓ Sigma libre: 1 – 5σ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270662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✓ Gestionar usuarios (crear/editar/eliminar)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296265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✓ Eliminar reportes compartidos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3520440"/>
            <a:ext cx="4846320" cy="12070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0" y="35570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</a:rPr>
              <a:t>Editor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355701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Editor2024!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379476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✓ Cargar CSV y analizar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40507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✓ Sigma fijo máx 3σ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30682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✓ Guardar análisis para compartir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4864608"/>
            <a:ext cx="4846320" cy="9509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75120" y="490118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Viewer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490118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Viewer2024!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513892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✓ Ver reportes guardados por Admin/Editor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539496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✓ Sin acceso a análisis propios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56032"/>
            <a:ext cx="109728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Testing — Spec-Driven Development (SDD)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Valida endpoints contra especificación OpenAPI generada por FastAPI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38328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4D399"/>
                </a:solidFill>
              </a:rPr>
              <a:t>30 / 30 ✅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280160"/>
            <a:ext cx="338328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3716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62763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2D3EE"/>
                </a:solidFill>
              </a:rPr>
              <a:t>13 / 13 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280160"/>
            <a:ext cx="338328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13716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Total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62763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BBF24"/>
                </a:solidFill>
              </a:rPr>
              <a:t>43 tests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23160"/>
            <a:ext cx="5486400" cy="3840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514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Backend — pytest + SQLite in-memory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9260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test_health.py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292608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4D399"/>
                </a:solidFill>
              </a:rPr>
              <a:t>1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9260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GET / → 200 · estado/docs/version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43814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test_auth.py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3438144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4D399"/>
                </a:solidFill>
              </a:rPr>
              <a:t>13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43814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Login · register · me · users · roles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9502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test_limpiar.py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950208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4D399"/>
                </a:solidFill>
              </a:rPr>
              <a:t>6 tests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39502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Sin token · viewer forbidden · CSV válido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4622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test_procesar.py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4462272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4D399"/>
                </a:solidFill>
              </a:rPr>
              <a:t>9 tests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44622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Shewhart · sigma cap · anomalías · columna inválida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9743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conftest.py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497433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4D399"/>
                </a:solidFill>
              </a:rPr>
              <a:t>fixtures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497433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TestClient · tokens admin/editor/viewer · CSV demo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423160"/>
            <a:ext cx="5486400" cy="3840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0" y="2514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</a:rPr>
              <a:t>Frontend — Vitest · lógica pura csv.ts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9260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</a:rPr>
              <a:t>parseCsv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9640" y="292608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4D399"/>
                </a:solidFill>
              </a:rPr>
              <a:t>3 tests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Cabecera · filas · comillas · CSV vacío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5661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</a:rPr>
              <a:t>getUniqueValues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9640" y="356616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4D399"/>
                </a:solidFill>
              </a:rPr>
              <a:t>2 tests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931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Valores únicos · orden numérico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2062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</a:rPr>
              <a:t>applyFilters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420624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4D399"/>
                </a:solidFill>
              </a:rPr>
              <a:t>6 tests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572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Sin filtros · rango · texto · categoría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8463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</a:rPr>
              <a:t>mergeResults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40" y="484632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4D399"/>
                </a:solidFill>
              </a:rPr>
              <a:t>2 tests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2120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Combina 2 colsY · flag anomalia por col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5943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SQLite in-memory → tests independientes de Neon · sin datos reales necesarios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56032"/>
            <a:ext cx="109728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Deploy — Railway + Vercel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Backend en Railway · Frontend en Vercel · DB en Neon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9496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9496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☁  Railway —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87451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npm install -g @railway/cli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1488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Instalar CLI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39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774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railway 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6517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Auth (abre navegador)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880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railway init  (en anomalias-api/)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154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Crear proyecto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3832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383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railway up --service control-de-…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657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Primer deploy + 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862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DATABASE_URL + SECRET_KEY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1605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Variables en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3891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railway up --service control-de-…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663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Redeploy en cada cambio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9834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Procfile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49834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web: uvicorn main:app --host 0.0.0.0 --port $PORT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3218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nixpacks.toml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53218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nixPkgs=['python311'] · pip install -r requirements.txt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1280160"/>
            <a:ext cx="548640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17920" y="1280160"/>
            <a:ext cx="54864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</a:rPr>
              <a:t>☁  Vercel — Frontend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874519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56832" y="18745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npm install -g vercel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56832" y="21488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Instalar CLI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2377439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56832" y="237743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vercel login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56832" y="26517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Auth (abre navegador)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28803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56832" y="2880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vercel link  (en anomalias-front/)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56832" y="31546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Linkear proyecto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33832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56832" y="3383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VITE_API_URL = https://&lt;railway-url&gt;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56832" y="36576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Variable en dashboard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38862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56832" y="3886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vercel --prod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56832" y="41605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Deploy a producción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43891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56832" y="4389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vercel --prod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56832" y="46634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Redeploy en cada cambio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4983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</a:rPr>
              <a:t>VITE_API_URL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18120" y="498348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→ import.meta.env.VITE_API_URL en AuthContext.tsx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53218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</a:rPr>
              <a:t>vite build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0920" y="532180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→ Vercel ejecuta automáticamente (output /dist)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45720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Resultados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Fullstack completo en producción · desarrollado con Vibe 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</a:rPr>
              <a:t>▸ 14 endpoints 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0449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Login · análisis · usuarios · reportes compartidos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7432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</a:rPr>
              <a:t>▸ 3 roles diferenciados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30449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Admin · Editor · Viewer con permisos distintos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564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</a:rPr>
              <a:t>▸ Shewhart en producción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75818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872K puntos · downsampling · NaN guard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4564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▸ 43 tests (SDD)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75818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30 pytest backend + 13 Vitest 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6966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</a:rPr>
              <a:t>▸ Deploy cloud completo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47141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Railway (backend) + Vercel (frontend) + Neon (DB)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16966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</a:rPr>
              <a:t>▸ Análisis compartibles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47141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Editor guarda → Viewer ve gráficas sin reanalizar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8289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</a:rPr>
              <a:t>▸ UI/UX profesional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51846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Skill ui-ux-pro-max · glassmorphism · Plotly · Lucide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217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github.com/zulanil/codigo-vibecoding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64748B"/>
                </a:solidFill>
              </a:rPr>
              <a:t>Desarrollado con Claude Code (Vibe Coding)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1312</Words>
  <Application>Microsoft Office PowerPoint</Application>
  <PresentationFormat>Personalizado</PresentationFormat>
  <Paragraphs>276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Lina</dc:creator>
  <cp:keywords/>
  <dc:description>generated using python-pptx</dc:description>
  <cp:lastModifiedBy>Lina</cp:lastModifiedBy>
  <cp:revision>2</cp:revision>
  <dcterms:created xsi:type="dcterms:W3CDTF">2013-01-27T09:14:16Z</dcterms:created>
  <dcterms:modified xsi:type="dcterms:W3CDTF">2026-06-30T07:56:18Z</dcterms:modified>
  <cp:category/>
</cp:coreProperties>
</file>
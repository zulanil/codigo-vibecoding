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779AE-FE02-1556-BE0F-8F937577C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A4BCDD-771C-10E5-33C6-CD65F0DC1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73E531-2B7C-F81B-BAE6-8EDD4CC8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D970A2-856E-5F11-CFA0-884AB4A9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DDE669-E247-630A-628F-17888719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37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F9B9C-DA33-09F5-4222-64ED9FF3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18FE9C-473E-FBCC-783C-E72EB46EB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6D7D4-08BD-E744-DAA7-13F4726C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7D9875-C097-7823-5B90-D77DA3F1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1B202C-B891-5678-2746-27DFD2D7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7074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1B175-8AAA-0EE5-3FAF-109BEFE9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70A4AC-6321-0AD1-9C8B-A9EDE7EC7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666C2-E991-DC86-CE99-724010F1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B1A051-A9E4-65BA-5920-CE246134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C1727C-D530-6BAD-7A94-B39F2C91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934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1C7BD-540B-306F-9C1D-14353023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DA3BF-09B0-94FB-CC1F-32C35705B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9F3435-1505-5865-6226-FADEE100F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742687-9744-BC55-4A2A-2B28B8D7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D7D208-0368-2943-D144-E67B24DF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BD513E-A7C2-69AB-7F5D-4B2557A3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681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F2779-7D8E-E1D9-D1FA-16D4EFB9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D376FF-4658-D1E2-49E2-D4491DBE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871141-ADF7-CC72-03D3-6D60651D4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18244D-72E9-FA1F-AB9E-2164ABEC2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38CEBB-2CB0-EAB0-00DE-932F64672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F059F0E-A469-9771-CD40-6FACA6F4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32E02F-9712-934A-7C57-BE5012F9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E3C0C5-2F99-A795-C25B-67F9D77F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29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47C17-CAF0-69DF-ECB1-86D4C34A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CF0CC0-FD6C-03C0-6237-A1073713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10BFA8-52C9-13FF-3E8F-C80445D6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03CD33-5C2D-CC18-2218-8CC36612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52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A63A22-FCB1-2292-5F6D-844353C2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EFE5E0-3AAB-09DF-600A-90F52B9D1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9BEE48-0104-7565-E83E-0B965EF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20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616CD-9CA0-7FCF-E9B1-DDBDF9C4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E42AC-8D62-29E8-7AF3-A9C170D39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D5F776-57C0-B4E6-22A4-24C8966F8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F89B6E-FDC0-3721-ABF9-3FEACB7B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202D5A-4DF8-2307-2DE3-D6CCB244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5FC46C-D156-9C66-4A10-DECE0B110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082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E992A-ADD1-192D-34A9-5D57210F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AC0347-5978-6B57-6852-5047647CE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D36618-DE22-3259-469D-4DD1D1072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44F302-B3BB-D735-BD47-2F074029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8DBE85-7BA7-1A8B-6563-66FC692A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A352E7-148D-C2DF-A721-4725D4F9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904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94C73-83AE-9F51-FD68-23E1D19C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3C40B5-3546-8DB6-1679-1000CA6D9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201AB5-AF21-3E4A-FD62-5D0044C7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5C7D03-F589-8EE8-F968-B7868918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8BAAF8-B1E1-F71B-015C-8488C1D0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507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C8AC20-5CEE-052B-B0CB-EC5F35913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DF0D7C-3B9B-3FED-07BA-AA3E4B3DD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37DA67-5756-BDC1-C328-6DC3D979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2CE465-5DC9-731D-A6F4-3C9F1619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9A6782-5A35-1FDE-3C2E-824FC15A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092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BB36E4-89D4-5B24-B3C9-8945740A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E1AD9D-D4B7-D0C1-DF4D-5B50377FB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57C99D-C206-D17F-A0AA-1C1BE6449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9F2D9-DA91-440A-8482-8AA113AE036F}" type="datetimeFigureOut">
              <a:rPr lang="es-PE" smtClean="0"/>
              <a:t>29/06/2026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D29E7D-E639-D4EA-FE41-A6B8DA264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883D4-196E-512E-CEA2-DF30EE83B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E704D-8DD7-4782-99A9-B580F3AB3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372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48FEF-5266-AB29-F043-8DB0E9082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WEB APP CONTROL DE ANOMALIAS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07848-9B12-6692-BD84-7DB7C84D5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7759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FF1E9-3F09-6554-A542-E9D69820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E93014-1D61-A1BF-47E4-75FDDAE32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Fronted-Next.js-</a:t>
            </a:r>
            <a:r>
              <a:rPr lang="es-PE" dirty="0" err="1"/>
              <a:t>Vercel</a:t>
            </a:r>
            <a:endParaRPr lang="es-PE" dirty="0"/>
          </a:p>
          <a:p>
            <a:r>
              <a:rPr lang="es-PE" dirty="0" err="1"/>
              <a:t>Backend</a:t>
            </a:r>
            <a:r>
              <a:rPr lang="es-PE" dirty="0"/>
              <a:t>-Python/</a:t>
            </a:r>
            <a:r>
              <a:rPr lang="es-PE" dirty="0" err="1"/>
              <a:t>FastAPI-Railway</a:t>
            </a:r>
            <a:endParaRPr lang="es-PE" dirty="0"/>
          </a:p>
          <a:p>
            <a:endParaRPr lang="es-PE" dirty="0"/>
          </a:p>
          <a:p>
            <a:r>
              <a:rPr lang="es-PE"/>
              <a:t>Tools </a:t>
            </a:r>
          </a:p>
          <a:p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83449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WEB APP CONTROL DE ANOMALIAS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Lina</dc:creator>
  <cp:lastModifiedBy>Lina</cp:lastModifiedBy>
  <cp:revision>1</cp:revision>
  <dcterms:created xsi:type="dcterms:W3CDTF">2026-06-30T00:25:11Z</dcterms:created>
  <dcterms:modified xsi:type="dcterms:W3CDTF">2026-06-30T00:44:27Z</dcterms:modified>
</cp:coreProperties>
</file>